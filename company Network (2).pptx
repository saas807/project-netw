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71" r:id="rId4"/>
    <p:sldId id="272" r:id="rId5"/>
    <p:sldId id="270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5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C0AC1-5271-4859-8CED-0A64BD5CA47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15E35-A5E6-4453-B09B-7725265C98A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C0AC1-5271-4859-8CED-0A64BD5CA47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15E35-A5E6-4453-B09B-7725265C98A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C0AC1-5271-4859-8CED-0A64BD5CA47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15E35-A5E6-4453-B09B-7725265C98A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C0AC1-5271-4859-8CED-0A64BD5CA47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15E35-A5E6-4453-B09B-7725265C98A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C0AC1-5271-4859-8CED-0A64BD5CA47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15E35-A5E6-4453-B09B-7725265C98A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C0AC1-5271-4859-8CED-0A64BD5CA47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15E35-A5E6-4453-B09B-7725265C98A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C0AC1-5271-4859-8CED-0A64BD5CA47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15E35-A5E6-4453-B09B-7725265C98A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C0AC1-5271-4859-8CED-0A64BD5CA47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15E35-A5E6-4453-B09B-7725265C98A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C0AC1-5271-4859-8CED-0A64BD5CA47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15E35-A5E6-4453-B09B-7725265C98A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C0AC1-5271-4859-8CED-0A64BD5CA47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15E35-A5E6-4453-B09B-7725265C98A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C0AC1-5271-4859-8CED-0A64BD5CA47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15E35-A5E6-4453-B09B-7725265C98A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7C0AC1-5271-4859-8CED-0A64BD5CA47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115E35-A5E6-4453-B09B-7725265C98A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6"/>
          <p:cNvSpPr txBox="1"/>
          <p:nvPr/>
        </p:nvSpPr>
        <p:spPr>
          <a:xfrm>
            <a:off x="1078230" y="2890520"/>
            <a:ext cx="1030478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3200" b="1" dirty="0">
                <a:solidFill>
                  <a:srgbClr val="FF0000"/>
                </a:solidFill>
                <a:sym typeface="+mn-ea"/>
              </a:rPr>
              <a:t>Company Network with VLANs and Inter-VLAN Routing</a:t>
            </a:r>
            <a:endParaRPr lang="en-US" sz="3200" b="1" dirty="0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6415" y="0"/>
            <a:ext cx="60591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 descr="ChatGPT Image 17 أبريل 2026، 06_12_45 م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Project Overview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Design a company network using VLANs</a:t>
            </a:r>
            <a:endParaRPr lang="en-US" dirty="0"/>
          </a:p>
          <a:p>
            <a:r>
              <a:rPr lang="en-US" dirty="0"/>
              <a:t>Implement Inter-VLAN Routing</a:t>
            </a:r>
            <a:endParaRPr lang="en-US" dirty="0"/>
          </a:p>
          <a:p>
            <a:r>
              <a:rPr lang="en-US" dirty="0"/>
              <a:t>Use GNS3 for simulation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Objectives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Segment the network</a:t>
            </a:r>
            <a:endParaRPr lang="en-US" dirty="0"/>
          </a:p>
          <a:p>
            <a:r>
              <a:rPr lang="en-US" dirty="0"/>
              <a:t>Improve security</a:t>
            </a:r>
            <a:endParaRPr lang="en-US" dirty="0"/>
          </a:p>
          <a:p>
            <a:r>
              <a:rPr lang="en-US" dirty="0"/>
              <a:t>Reduce broadcast traffic</a:t>
            </a:r>
            <a:endParaRPr lang="en-US" dirty="0"/>
          </a:p>
          <a:p>
            <a:r>
              <a:rPr lang="en-US" dirty="0"/>
              <a:t>Enable communication between departments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Network Topology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routers (Ramallah &amp; Nablus)</a:t>
            </a:r>
            <a:endParaRPr lang="en-US" dirty="0"/>
          </a:p>
          <a:p>
            <a:r>
              <a:rPr lang="en-US" dirty="0"/>
              <a:t>Multiple switches</a:t>
            </a:r>
            <a:endParaRPr lang="en-US" dirty="0"/>
          </a:p>
          <a:p>
            <a:r>
              <a:rPr lang="en-US" dirty="0"/>
              <a:t>Several PCs</a:t>
            </a:r>
            <a:endParaRPr lang="en-US" dirty="0"/>
          </a:p>
          <a:p>
            <a:r>
              <a:rPr lang="en-US" dirty="0"/>
              <a:t>Departments separated logically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What is VLAN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VLAN = Virtual Local Area Network</a:t>
            </a:r>
            <a:endParaRPr lang="en-US" dirty="0"/>
          </a:p>
          <a:p>
            <a:r>
              <a:rPr lang="en-US" dirty="0"/>
              <a:t>Divides one physical network into multiple logical networks</a:t>
            </a:r>
            <a:endParaRPr lang="en-US" dirty="0"/>
          </a:p>
          <a:p>
            <a:r>
              <a:rPr lang="en-US" dirty="0"/>
              <a:t>Each VLAN is isolated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VLANs Used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VLAN 10 → HR</a:t>
            </a:r>
            <a:endParaRPr lang="en-US" dirty="0"/>
          </a:p>
          <a:p>
            <a:r>
              <a:rPr lang="en-US" dirty="0"/>
              <a:t>VLAN 20 → SALES</a:t>
            </a:r>
            <a:endParaRPr lang="en-US" dirty="0"/>
          </a:p>
          <a:p>
            <a:r>
              <a:rPr lang="en-US" dirty="0"/>
              <a:t>VLAN 30 → MANAGEMENT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IP Addressing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HR → 192.168.10.0/24</a:t>
            </a:r>
            <a:endParaRPr lang="en-US" dirty="0"/>
          </a:p>
          <a:p>
            <a:r>
              <a:rPr lang="en-US" dirty="0"/>
              <a:t>SALES → 192.168.20.0/24</a:t>
            </a:r>
            <a:endParaRPr lang="en-US" dirty="0"/>
          </a:p>
          <a:p>
            <a:r>
              <a:rPr lang="en-US" dirty="0"/>
              <a:t>MANAGEMENT → 192.168.30.0/24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Inter-VLAN Routing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Router-on-a-Stick</a:t>
            </a:r>
            <a:endParaRPr lang="en-US" dirty="0"/>
          </a:p>
          <a:p>
            <a:r>
              <a:rPr lang="en-US" dirty="0"/>
              <a:t>Created </a:t>
            </a:r>
            <a:r>
              <a:rPr lang="en-US" dirty="0" err="1"/>
              <a:t>Subinterfaces</a:t>
            </a:r>
            <a:endParaRPr lang="en-US" dirty="0"/>
          </a:p>
          <a:p>
            <a:r>
              <a:rPr lang="en-US" dirty="0"/>
              <a:t>Each VLAN has its own gateway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FF0000"/>
                </a:solidFill>
              </a:rPr>
              <a:t>Trunking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Connects switches together</a:t>
            </a:r>
            <a:endParaRPr lang="en-US" dirty="0"/>
          </a:p>
          <a:p>
            <a:r>
              <a:rPr lang="en-US" dirty="0"/>
              <a:t>Carries multiple VLANs</a:t>
            </a:r>
            <a:endParaRPr lang="en-US" dirty="0"/>
          </a:p>
          <a:p>
            <a:r>
              <a:rPr lang="en-US" dirty="0"/>
              <a:t>Uses 802.1Q encapsulation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Configuration Steps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Create VLANs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Assign switch ports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Configure trunk links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Setup router interfaces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Assign IPs to PCs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Testing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Ping between devices</a:t>
            </a:r>
            <a:endParaRPr lang="en-US" dirty="0"/>
          </a:p>
          <a:p>
            <a:r>
              <a:rPr lang="en-US" dirty="0"/>
              <a:t>Test communication across VLANs</a:t>
            </a:r>
            <a:endParaRPr lang="en-US" dirty="0"/>
          </a:p>
          <a:p>
            <a:r>
              <a:rPr lang="en-US" dirty="0"/>
              <a:t>Verify routing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Problems Faced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Native VLAN mismatch</a:t>
            </a:r>
            <a:endParaRPr lang="en-US" dirty="0"/>
          </a:p>
          <a:p>
            <a:r>
              <a:rPr lang="en-US" dirty="0"/>
              <a:t>Trunk encapsulation errors</a:t>
            </a:r>
            <a:endParaRPr lang="en-US" dirty="0"/>
          </a:p>
          <a:p>
            <a:r>
              <a:rPr lang="en-US" dirty="0"/>
              <a:t>Wrong IP configuration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Solutions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 same native VLAN</a:t>
            </a:r>
            <a:endParaRPr lang="en-US" dirty="0"/>
          </a:p>
          <a:p>
            <a:r>
              <a:rPr lang="en-US" dirty="0"/>
              <a:t>Use dot1Q encapsulation</a:t>
            </a:r>
            <a:endParaRPr lang="en-US" dirty="0"/>
          </a:p>
          <a:p>
            <a:r>
              <a:rPr lang="en-US" dirty="0"/>
              <a:t>Verify gateway addresses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Conclusion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Network successfully segmented</a:t>
            </a:r>
            <a:endParaRPr lang="en-US" dirty="0"/>
          </a:p>
          <a:p>
            <a:r>
              <a:rPr lang="en-US" dirty="0"/>
              <a:t>VLANs implemented correctly</a:t>
            </a:r>
            <a:endParaRPr lang="en-US" dirty="0"/>
          </a:p>
          <a:p>
            <a:r>
              <a:rPr lang="en-US" dirty="0"/>
              <a:t>Inter-VLAN routing working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1238</Words>
  <Application>WPS Presentation</Application>
  <PresentationFormat>Widescreen</PresentationFormat>
  <Paragraphs>84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Arial</vt:lpstr>
      <vt:lpstr>SimSun</vt:lpstr>
      <vt:lpstr>Wingdings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Project Overview</vt:lpstr>
      <vt:lpstr>Objectives</vt:lpstr>
      <vt:lpstr>Network Topology</vt:lpstr>
      <vt:lpstr>What is VLAN</vt:lpstr>
      <vt:lpstr>VLANs Used</vt:lpstr>
      <vt:lpstr>IP Addressing</vt:lpstr>
      <vt:lpstr>Inter-VLAN Routing</vt:lpstr>
      <vt:lpstr>Trunking</vt:lpstr>
      <vt:lpstr>Configuration Steps</vt:lpstr>
      <vt:lpstr>Testing</vt:lpstr>
      <vt:lpstr>Problems Faced</vt:lpstr>
      <vt:lpstr>Solutions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Ahmad N Hamad</dc:creator>
  <cp:lastModifiedBy>Ahmad Shanti</cp:lastModifiedBy>
  <cp:revision>3</cp:revision>
  <dcterms:created xsi:type="dcterms:W3CDTF">2026-04-16T16:17:00Z</dcterms:created>
  <dcterms:modified xsi:type="dcterms:W3CDTF">2026-04-17T15:13:39Z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36CF4080E387402FBC5557680F533500_12</vt:lpwstr>
  </property>
  <property fmtid="{D5CDD505-2E9C-101B-9397-08002B2CF9AE}" pid="3" name="KSOProductBuildVer">
    <vt:lpwstr>1033-12.1.0.25242</vt:lpwstr>
  </property>
</Properties>
</file>