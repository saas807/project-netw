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2092-91D7-0E0F-D6AD-432C8E34D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003B5-0BC9-40E8-AE6B-D466C8B7E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B3AE2-134E-4645-D1A3-F2FE876C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76D00-6ED6-ABCD-7856-43CEF61D8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74371-917C-6969-3099-4542C344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3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ABBA-F322-51AC-1367-2EB243ED5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0F1C-3178-3AA0-3837-AD01B1EF1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6D166-CBB6-A4B5-14C6-4AFDEE0F4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FDB79-B57C-98F0-D706-B29749A9A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8CCD4-2B30-6BB9-00BE-984BE8C2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5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5C248-A9FB-4F41-A988-10BEA7F0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4BB09-2439-BA61-AC63-FC337574B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10532-CF19-DE70-2F55-53A2744D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F5AC1-011A-247B-BC1A-ABC7B889C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E4343-2A6F-F012-BE04-169CC501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5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1591-4BE7-FBD2-144A-43EAB9C5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B5AFF-7F56-16BA-6E16-0A2C99935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D3B75-D03B-9818-388A-DFC9ADAB1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810D6-D8AA-2606-C1B7-60409E025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67A2B-5B06-A020-D763-6FEC978A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D580C-AB74-8258-021C-F2749494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5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92AA-E039-79EF-A0A2-C5E9B1900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3D51D-88FD-38AA-734E-9BE625C16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ED65E-0119-E569-1C9B-127856768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7C8803-9B7D-3E0F-60A9-3F8C02E75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5FDEC2-A273-C781-AA0C-B57C63DA2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849C86-7D55-2612-5A57-0C00B797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AE2FE-1295-7D03-865D-2569878D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A9A3D8-D924-44D9-6A96-1E250D64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6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C1C7-74EB-EC9C-AC53-6BCF6399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50085-2F3C-45BF-D916-C36688C95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4996AC-D7D5-3A8D-81E4-749FB21E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1D2D1-FB16-48C9-3A39-01ADB378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4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852EA3-B07D-FA0A-99BC-A1FD80FF4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358E3E-3404-5307-0B55-9BDAC2E6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BD7AF-8FD1-F946-C831-D50A07FD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8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1C43-D1A6-FAF1-8D5B-C5D9B65BB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9C88F-15EF-3010-7FEF-E83ADB50F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E7FA9-2CE1-F483-D204-B407DBEF8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A90FD-1E1F-0E08-5706-A37587881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D0068-0DC5-5385-CFDE-30E559A5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69CE-FE5B-D420-B491-0B5BEA2F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41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092FA-5080-0090-4416-D6F1193AD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0720E7-B9D9-584C-281D-5AAD14B2A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FEBAA-6F35-CC26-59C0-6CC2B7795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136C-2D25-2F83-3AE1-F5852CDB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09940-F777-9DB5-26E6-23FCB660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EA922-A27A-FD5B-6B20-E2E95B60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9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3D53-30FB-48BF-54D3-05A42B5B1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EBFBF-A14D-C5FA-FDF1-730BB6113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0273D-10AA-8C9A-BB59-7549B31CB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37AD6-2A08-4447-A76E-5C400EEED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4650D-B261-67BF-4183-89C8F162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65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CA2CCC-23C8-BC8B-68A9-AEC8FDB1A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830A0-B517-3610-16B1-5F5B36E80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62632-EB23-CF5A-87A3-880B6623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6923B-40F9-A343-FF02-CC8D326AC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9CFA3-60E5-73CD-6B5E-65E20607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0A7F1-B708-64FB-BAF5-F7474213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55A51-FE73-6392-2435-29419D33B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4F48A-142B-5E97-CBFB-5CF0BAD56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C0AC1-5271-4859-8CED-0A64BD5CA4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F739F-5EF6-3C2E-3D63-27C14917E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01E0-74E0-B6C1-B929-F1AC9DC04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5E35-A5E6-4453-B09B-7725265C9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2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0937E6-1154-239E-3CBE-90434A69F2D8}"/>
              </a:ext>
            </a:extLst>
          </p:cNvPr>
          <p:cNvSpPr txBox="1"/>
          <p:nvPr/>
        </p:nvSpPr>
        <p:spPr>
          <a:xfrm>
            <a:off x="1483567" y="2844225"/>
            <a:ext cx="1021701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Company Network with VLANs and Inter-VLAN Routing</a:t>
            </a: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01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22EE51-B896-63AC-0889-58BC48D9F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676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C95C-4C74-83F3-0734-8971B1D4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CA0F-D0F8-D86F-C42C-2E5BB543F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 company network using VLANs</a:t>
            </a:r>
          </a:p>
          <a:p>
            <a:r>
              <a:rPr lang="en-US" dirty="0"/>
              <a:t>Implement Inter-VLAN Routing</a:t>
            </a:r>
          </a:p>
          <a:p>
            <a:r>
              <a:rPr lang="en-US" dirty="0"/>
              <a:t>Use GNS3 for simulation</a:t>
            </a:r>
          </a:p>
        </p:txBody>
      </p:sp>
    </p:spTree>
    <p:extLst>
      <p:ext uri="{BB962C8B-B14F-4D97-AF65-F5344CB8AC3E}">
        <p14:creationId xmlns:p14="http://schemas.microsoft.com/office/powerpoint/2010/main" val="24239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7AFE5-3B9D-67D0-0CE2-CABAC8BB5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14C95-52F0-0EAF-3E86-A80CA755A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Segment the network</a:t>
            </a:r>
          </a:p>
          <a:p>
            <a:r>
              <a:rPr lang="en-US" dirty="0"/>
              <a:t>Improve security</a:t>
            </a:r>
          </a:p>
          <a:p>
            <a:r>
              <a:rPr lang="en-US" dirty="0"/>
              <a:t>Reduce broadcast traffic</a:t>
            </a:r>
          </a:p>
          <a:p>
            <a:r>
              <a:rPr lang="en-US" dirty="0"/>
              <a:t>Enable communication between departments</a:t>
            </a:r>
          </a:p>
        </p:txBody>
      </p:sp>
    </p:spTree>
    <p:extLst>
      <p:ext uri="{BB962C8B-B14F-4D97-AF65-F5344CB8AC3E}">
        <p14:creationId xmlns:p14="http://schemas.microsoft.com/office/powerpoint/2010/main" val="264334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70CB-D7FF-2AC9-F893-A9DEED61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Network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5F8AA-4C76-D545-C999-5A1E97F68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routers (Ramallah &amp; Nablus)</a:t>
            </a:r>
          </a:p>
          <a:p>
            <a:r>
              <a:rPr lang="en-US" dirty="0"/>
              <a:t>Multiple switches</a:t>
            </a:r>
          </a:p>
          <a:p>
            <a:r>
              <a:rPr lang="en-US" dirty="0"/>
              <a:t>Several PCs</a:t>
            </a:r>
          </a:p>
          <a:p>
            <a:r>
              <a:rPr lang="en-US" dirty="0"/>
              <a:t>Departments separated logically</a:t>
            </a:r>
          </a:p>
        </p:txBody>
      </p:sp>
    </p:spTree>
    <p:extLst>
      <p:ext uri="{BB962C8B-B14F-4D97-AF65-F5344CB8AC3E}">
        <p14:creationId xmlns:p14="http://schemas.microsoft.com/office/powerpoint/2010/main" val="3157124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03C17-A1CD-FBDF-3799-828C0C8B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What is VLAN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B54C5-4620-F5A4-90CC-FDFCC47FA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VLAN = Virtual Local Area Network</a:t>
            </a:r>
          </a:p>
          <a:p>
            <a:r>
              <a:rPr lang="en-US" dirty="0"/>
              <a:t>Divides one physical network into multiple logical networks</a:t>
            </a:r>
          </a:p>
          <a:p>
            <a:r>
              <a:rPr lang="en-US" dirty="0"/>
              <a:t>Each VLAN is isolated</a:t>
            </a:r>
          </a:p>
        </p:txBody>
      </p:sp>
    </p:spTree>
    <p:extLst>
      <p:ext uri="{BB962C8B-B14F-4D97-AF65-F5344CB8AC3E}">
        <p14:creationId xmlns:p14="http://schemas.microsoft.com/office/powerpoint/2010/main" val="44027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614E-2B98-F46E-7343-08004FCCF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VLANs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FD0B6-4397-5A99-9017-200ACE035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VLAN 10 → HR</a:t>
            </a:r>
          </a:p>
          <a:p>
            <a:r>
              <a:rPr lang="en-US" dirty="0"/>
              <a:t>VLAN 20 → SALES</a:t>
            </a:r>
          </a:p>
          <a:p>
            <a:r>
              <a:rPr lang="en-US" dirty="0"/>
              <a:t>VLAN 30 → MANAGEMENT</a:t>
            </a:r>
          </a:p>
        </p:txBody>
      </p:sp>
    </p:spTree>
    <p:extLst>
      <p:ext uri="{BB962C8B-B14F-4D97-AF65-F5344CB8AC3E}">
        <p14:creationId xmlns:p14="http://schemas.microsoft.com/office/powerpoint/2010/main" val="169852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A3F9-FC9D-100B-5661-38D8C39D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IP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22355-B0B7-4158-31F1-763A846FC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HR → 192.168.10.0/24</a:t>
            </a:r>
          </a:p>
          <a:p>
            <a:r>
              <a:rPr lang="en-US" dirty="0"/>
              <a:t>SALES → 192.168.20.0/24</a:t>
            </a:r>
          </a:p>
          <a:p>
            <a:r>
              <a:rPr lang="en-US" dirty="0"/>
              <a:t>MANAGEMENT → 192.168.30.0/24</a:t>
            </a:r>
          </a:p>
        </p:txBody>
      </p:sp>
    </p:spTree>
    <p:extLst>
      <p:ext uri="{BB962C8B-B14F-4D97-AF65-F5344CB8AC3E}">
        <p14:creationId xmlns:p14="http://schemas.microsoft.com/office/powerpoint/2010/main" val="290188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28AF-97DC-CB57-3369-E12EFC9D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Inter-VLAN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8B2EF-8FD6-B0C1-DE37-57D0F1B51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Router-on-a-Stick</a:t>
            </a:r>
          </a:p>
          <a:p>
            <a:r>
              <a:rPr lang="en-US" dirty="0"/>
              <a:t>Created </a:t>
            </a:r>
            <a:r>
              <a:rPr lang="en-US" dirty="0" err="1"/>
              <a:t>Subinterfaces</a:t>
            </a:r>
            <a:endParaRPr lang="en-US" dirty="0"/>
          </a:p>
          <a:p>
            <a:r>
              <a:rPr lang="en-US" dirty="0"/>
              <a:t>Each VLAN has its own gateway</a:t>
            </a:r>
          </a:p>
        </p:txBody>
      </p:sp>
    </p:spTree>
    <p:extLst>
      <p:ext uri="{BB962C8B-B14F-4D97-AF65-F5344CB8AC3E}">
        <p14:creationId xmlns:p14="http://schemas.microsoft.com/office/powerpoint/2010/main" val="3252104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C67B-29DC-878B-3166-A957F114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Trunking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1FD41-171A-FAB0-531E-BB9B79896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Connects switches together</a:t>
            </a:r>
          </a:p>
          <a:p>
            <a:r>
              <a:rPr lang="en-US" dirty="0"/>
              <a:t>Carries multiple VLANs</a:t>
            </a:r>
          </a:p>
          <a:p>
            <a:r>
              <a:rPr lang="en-US" dirty="0"/>
              <a:t>Uses 802.1Q encapsulation</a:t>
            </a:r>
          </a:p>
        </p:txBody>
      </p:sp>
    </p:spTree>
    <p:extLst>
      <p:ext uri="{BB962C8B-B14F-4D97-AF65-F5344CB8AC3E}">
        <p14:creationId xmlns:p14="http://schemas.microsoft.com/office/powerpoint/2010/main" val="4082630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1443-93C6-8100-A093-96E963DC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Configuration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0E0E3-1D3C-C05D-EAD3-CA78ED81C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VLANs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Assign switch ports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Configure trunk links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Setup router interfaces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Assign IPs to PCs</a:t>
            </a:r>
          </a:p>
        </p:txBody>
      </p:sp>
    </p:spTree>
    <p:extLst>
      <p:ext uri="{BB962C8B-B14F-4D97-AF65-F5344CB8AC3E}">
        <p14:creationId xmlns:p14="http://schemas.microsoft.com/office/powerpoint/2010/main" val="1373525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CA721-EE3C-1FEF-2305-61720D02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82A5F-433D-5F3A-900C-051C99C5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Ping between devices</a:t>
            </a:r>
          </a:p>
          <a:p>
            <a:r>
              <a:rPr lang="en-US" dirty="0"/>
              <a:t>Test communication across VLANs</a:t>
            </a:r>
          </a:p>
          <a:p>
            <a:r>
              <a:rPr lang="en-US" dirty="0"/>
              <a:t>Verify routing</a:t>
            </a:r>
          </a:p>
        </p:txBody>
      </p:sp>
    </p:spTree>
    <p:extLst>
      <p:ext uri="{BB962C8B-B14F-4D97-AF65-F5344CB8AC3E}">
        <p14:creationId xmlns:p14="http://schemas.microsoft.com/office/powerpoint/2010/main" val="2609195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5F2EF-051E-24D2-5D2D-407D32A9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1C3D7-BB24-8914-3F3A-5C4DCCBEC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Native VLAN mismatch</a:t>
            </a:r>
          </a:p>
          <a:p>
            <a:r>
              <a:rPr lang="en-US" dirty="0"/>
              <a:t>Trunk encapsulation errors</a:t>
            </a:r>
          </a:p>
          <a:p>
            <a:r>
              <a:rPr lang="en-US" dirty="0"/>
              <a:t>Wrong IP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395275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655-F8F2-F7DB-634C-0459F48E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78487-6560-5608-828A-605E7722B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same native VLAN</a:t>
            </a:r>
          </a:p>
          <a:p>
            <a:r>
              <a:rPr lang="en-US" dirty="0"/>
              <a:t>Use dot1Q encapsulation</a:t>
            </a:r>
          </a:p>
          <a:p>
            <a:r>
              <a:rPr lang="en-US" dirty="0"/>
              <a:t>Verify gateway addresses</a:t>
            </a:r>
          </a:p>
        </p:txBody>
      </p:sp>
    </p:spTree>
    <p:extLst>
      <p:ext uri="{BB962C8B-B14F-4D97-AF65-F5344CB8AC3E}">
        <p14:creationId xmlns:p14="http://schemas.microsoft.com/office/powerpoint/2010/main" val="1116133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5B0D5-EF6F-F0A6-F986-D585EAD5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57546-72B8-6829-8820-8E3D01379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successfully segmented</a:t>
            </a:r>
          </a:p>
          <a:p>
            <a:r>
              <a:rPr lang="en-US" dirty="0"/>
              <a:t>VLANs implemented correctly</a:t>
            </a:r>
          </a:p>
          <a:p>
            <a:r>
              <a:rPr lang="en-US" dirty="0"/>
              <a:t>Inter-VLAN routing working</a:t>
            </a:r>
          </a:p>
        </p:txBody>
      </p:sp>
    </p:spTree>
    <p:extLst>
      <p:ext uri="{BB962C8B-B14F-4D97-AF65-F5344CB8AC3E}">
        <p14:creationId xmlns:p14="http://schemas.microsoft.com/office/powerpoint/2010/main" val="4231499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</Words>
  <Application>Microsoft Office PowerPoint</Application>
  <PresentationFormat>Widescreen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Project Overview</vt:lpstr>
      <vt:lpstr>Objectives</vt:lpstr>
      <vt:lpstr>Network Topology</vt:lpstr>
      <vt:lpstr>What is VLAN</vt:lpstr>
      <vt:lpstr>VLANs Used</vt:lpstr>
      <vt:lpstr>IP Addressing</vt:lpstr>
      <vt:lpstr>Inter-VLAN Routing</vt:lpstr>
      <vt:lpstr>Trunking</vt:lpstr>
      <vt:lpstr>Configuration Steps</vt:lpstr>
      <vt:lpstr>Testing</vt:lpstr>
      <vt:lpstr>Problems Faced</vt:lpstr>
      <vt:lpstr>Solutions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N Hamad</dc:creator>
  <cp:lastModifiedBy>Ahmad N Hamad</cp:lastModifiedBy>
  <cp:revision>1</cp:revision>
  <dcterms:created xsi:type="dcterms:W3CDTF">2026-04-16T16:17:25Z</dcterms:created>
  <dcterms:modified xsi:type="dcterms:W3CDTF">2026-04-16T16:18:52Z</dcterms:modified>
</cp:coreProperties>
</file>